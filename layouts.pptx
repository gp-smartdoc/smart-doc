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73" r:id="rId1"/>
  </p:sldMasterIdLst>
  <p:sldIdLst>
    <p:sldId id="257" r:id="rId2"/>
    <p:sldId id="263" r:id="rId3"/>
    <p:sldId id="258" r:id="rId4"/>
    <p:sldId id="259" r:id="rId5"/>
    <p:sldId id="260" r:id="rId6"/>
    <p:sldId id="262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3" d="100"/>
          <a:sy n="73" d="100"/>
        </p:scale>
        <p:origin x="40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as Wael" userId="789649d1ebddbc0c" providerId="LiveId" clId="{30A0FE22-32DC-47DC-B95B-F524D5A35709}"/>
    <pc:docChg chg="undo redo custSel addSld delSld modSld">
      <pc:chgData name="Anas Wael" userId="789649d1ebddbc0c" providerId="LiveId" clId="{30A0FE22-32DC-47DC-B95B-F524D5A35709}" dt="2026-02-19T21:13:53.436" v="81" actId="47"/>
      <pc:docMkLst>
        <pc:docMk/>
      </pc:docMkLst>
      <pc:sldChg chg="modSp mod">
        <pc:chgData name="Anas Wael" userId="789649d1ebddbc0c" providerId="LiveId" clId="{30A0FE22-32DC-47DC-B95B-F524D5A35709}" dt="2026-02-19T12:59:02.161" v="17" actId="14100"/>
        <pc:sldMkLst>
          <pc:docMk/>
          <pc:sldMk cId="1258801281" sldId="256"/>
        </pc:sldMkLst>
        <pc:spChg chg="mod">
          <ac:chgData name="Anas Wael" userId="789649d1ebddbc0c" providerId="LiveId" clId="{30A0FE22-32DC-47DC-B95B-F524D5A35709}" dt="2026-02-19T12:58:40.834" v="8" actId="1076"/>
          <ac:spMkLst>
            <pc:docMk/>
            <pc:sldMk cId="1258801281" sldId="256"/>
            <ac:spMk id="2" creationId="{CE489713-2FC0-164D-152B-44FCB6E28F49}"/>
          </ac:spMkLst>
        </pc:spChg>
        <pc:spChg chg="mod">
          <ac:chgData name="Anas Wael" userId="789649d1ebddbc0c" providerId="LiveId" clId="{30A0FE22-32DC-47DC-B95B-F524D5A35709}" dt="2026-02-19T12:59:02.161" v="17" actId="14100"/>
          <ac:spMkLst>
            <pc:docMk/>
            <pc:sldMk cId="1258801281" sldId="256"/>
            <ac:spMk id="3" creationId="{C0C4B04F-C8A9-0D58-A02E-B1C288B5A3BE}"/>
          </ac:spMkLst>
        </pc:spChg>
      </pc:sldChg>
      <pc:sldChg chg="add">
        <pc:chgData name="Anas Wael" userId="789649d1ebddbc0c" providerId="LiveId" clId="{30A0FE22-32DC-47DC-B95B-F524D5A35709}" dt="2026-02-19T12:57:55.970" v="0"/>
        <pc:sldMkLst>
          <pc:docMk/>
          <pc:sldMk cId="3722679688" sldId="257"/>
        </pc:sldMkLst>
      </pc:sldChg>
      <pc:sldChg chg="addSp modSp add mod">
        <pc:chgData name="Anas Wael" userId="789649d1ebddbc0c" providerId="LiveId" clId="{30A0FE22-32DC-47DC-B95B-F524D5A35709}" dt="2026-02-19T20:19:14.393" v="42" actId="20577"/>
        <pc:sldMkLst>
          <pc:docMk/>
          <pc:sldMk cId="727158526" sldId="258"/>
        </pc:sldMkLst>
        <pc:spChg chg="mod">
          <ac:chgData name="Anas Wael" userId="789649d1ebddbc0c" providerId="LiveId" clId="{30A0FE22-32DC-47DC-B95B-F524D5A35709}" dt="2026-02-19T20:19:08.371" v="32" actId="20577"/>
          <ac:spMkLst>
            <pc:docMk/>
            <pc:sldMk cId="727158526" sldId="258"/>
            <ac:spMk id="3" creationId="{C0C4B04F-C8A9-0D58-A02E-B1C288B5A3BE}"/>
          </ac:spMkLst>
        </pc:spChg>
        <pc:spChg chg="add mod">
          <ac:chgData name="Anas Wael" userId="789649d1ebddbc0c" providerId="LiveId" clId="{30A0FE22-32DC-47DC-B95B-F524D5A35709}" dt="2026-02-19T20:19:11.586" v="38" actId="20577"/>
          <ac:spMkLst>
            <pc:docMk/>
            <pc:sldMk cId="727158526" sldId="258"/>
            <ac:spMk id="4" creationId="{5E52FF99-E637-B531-B067-B8A4B3C40CC8}"/>
          </ac:spMkLst>
        </pc:spChg>
        <pc:spChg chg="add mod">
          <ac:chgData name="Anas Wael" userId="789649d1ebddbc0c" providerId="LiveId" clId="{30A0FE22-32DC-47DC-B95B-F524D5A35709}" dt="2026-02-19T20:19:14.393" v="42" actId="20577"/>
          <ac:spMkLst>
            <pc:docMk/>
            <pc:sldMk cId="727158526" sldId="258"/>
            <ac:spMk id="5" creationId="{CF3B07B1-0736-9682-AF9B-88AFA08295BD}"/>
          </ac:spMkLst>
        </pc:spChg>
      </pc:sldChg>
      <pc:sldChg chg="addSp modSp add mod">
        <pc:chgData name="Anas Wael" userId="789649d1ebddbc0c" providerId="LiveId" clId="{30A0FE22-32DC-47DC-B95B-F524D5A35709}" dt="2026-02-19T20:20:56.741" v="52" actId="1076"/>
        <pc:sldMkLst>
          <pc:docMk/>
          <pc:sldMk cId="1011216605" sldId="259"/>
        </pc:sldMkLst>
        <pc:spChg chg="mod">
          <ac:chgData name="Anas Wael" userId="789649d1ebddbc0c" providerId="LiveId" clId="{30A0FE22-32DC-47DC-B95B-F524D5A35709}" dt="2026-02-19T20:20:48.978" v="50" actId="1076"/>
          <ac:spMkLst>
            <pc:docMk/>
            <pc:sldMk cId="1011216605" sldId="259"/>
            <ac:spMk id="2" creationId="{CE489713-2FC0-164D-152B-44FCB6E28F49}"/>
          </ac:spMkLst>
        </pc:spChg>
        <pc:spChg chg="mod">
          <ac:chgData name="Anas Wael" userId="789649d1ebddbc0c" providerId="LiveId" clId="{30A0FE22-32DC-47DC-B95B-F524D5A35709}" dt="2026-02-19T20:20:48.978" v="50" actId="1076"/>
          <ac:spMkLst>
            <pc:docMk/>
            <pc:sldMk cId="1011216605" sldId="259"/>
            <ac:spMk id="3" creationId="{C0C4B04F-C8A9-0D58-A02E-B1C288B5A3BE}"/>
          </ac:spMkLst>
        </pc:spChg>
        <pc:picChg chg="add mod">
          <ac:chgData name="Anas Wael" userId="789649d1ebddbc0c" providerId="LiveId" clId="{30A0FE22-32DC-47DC-B95B-F524D5A35709}" dt="2026-02-19T20:20:56.741" v="52" actId="1076"/>
          <ac:picMkLst>
            <pc:docMk/>
            <pc:sldMk cId="1011216605" sldId="259"/>
            <ac:picMk id="5" creationId="{3262D932-207A-12C0-47B9-E1CFFE9077E7}"/>
          </ac:picMkLst>
        </pc:picChg>
      </pc:sldChg>
      <pc:sldChg chg="add del">
        <pc:chgData name="Anas Wael" userId="789649d1ebddbc0c" providerId="LiveId" clId="{30A0FE22-32DC-47DC-B95B-F524D5A35709}" dt="2026-02-19T20:19:21.225" v="44"/>
        <pc:sldMkLst>
          <pc:docMk/>
          <pc:sldMk cId="3818426546" sldId="259"/>
        </pc:sldMkLst>
      </pc:sldChg>
      <pc:sldChg chg="addSp delSp modSp add mod">
        <pc:chgData name="Anas Wael" userId="789649d1ebddbc0c" providerId="LiveId" clId="{30A0FE22-32DC-47DC-B95B-F524D5A35709}" dt="2026-02-19T20:21:38.493" v="61" actId="1076"/>
        <pc:sldMkLst>
          <pc:docMk/>
          <pc:sldMk cId="1005402725" sldId="260"/>
        </pc:sldMkLst>
        <pc:spChg chg="del">
          <ac:chgData name="Anas Wael" userId="789649d1ebddbc0c" providerId="LiveId" clId="{30A0FE22-32DC-47DC-B95B-F524D5A35709}" dt="2026-02-19T20:21:18.193" v="54" actId="478"/>
          <ac:spMkLst>
            <pc:docMk/>
            <pc:sldMk cId="1005402725" sldId="260"/>
            <ac:spMk id="3" creationId="{C0C4B04F-C8A9-0D58-A02E-B1C288B5A3BE}"/>
          </ac:spMkLst>
        </pc:spChg>
        <pc:spChg chg="add del mod">
          <ac:chgData name="Anas Wael" userId="789649d1ebddbc0c" providerId="LiveId" clId="{30A0FE22-32DC-47DC-B95B-F524D5A35709}" dt="2026-02-19T20:21:21.067" v="55" actId="478"/>
          <ac:spMkLst>
            <pc:docMk/>
            <pc:sldMk cId="1005402725" sldId="260"/>
            <ac:spMk id="6" creationId="{8E2C3086-7844-FE11-580F-E47F36AC9EC7}"/>
          </ac:spMkLst>
        </pc:spChg>
        <pc:picChg chg="mod">
          <ac:chgData name="Anas Wael" userId="789649d1ebddbc0c" providerId="LiveId" clId="{30A0FE22-32DC-47DC-B95B-F524D5A35709}" dt="2026-02-19T20:21:38.493" v="61" actId="1076"/>
          <ac:picMkLst>
            <pc:docMk/>
            <pc:sldMk cId="1005402725" sldId="260"/>
            <ac:picMk id="5" creationId="{3262D932-207A-12C0-47B9-E1CFFE9077E7}"/>
          </ac:picMkLst>
        </pc:picChg>
      </pc:sldChg>
      <pc:sldChg chg="addSp delSp modSp add del mod">
        <pc:chgData name="Anas Wael" userId="789649d1ebddbc0c" providerId="LiveId" clId="{30A0FE22-32DC-47DC-B95B-F524D5A35709}" dt="2026-02-19T21:13:53.436" v="81" actId="47"/>
        <pc:sldMkLst>
          <pc:docMk/>
          <pc:sldMk cId="39914174" sldId="261"/>
        </pc:sldMkLst>
        <pc:spChg chg="add mod">
          <ac:chgData name="Anas Wael" userId="789649d1ebddbc0c" providerId="LiveId" clId="{30A0FE22-32DC-47DC-B95B-F524D5A35709}" dt="2026-02-19T20:22:13.919" v="75" actId="20577"/>
          <ac:spMkLst>
            <pc:docMk/>
            <pc:sldMk cId="39914174" sldId="261"/>
            <ac:spMk id="3" creationId="{CFE33F9E-3F8A-B13E-6BA2-0E62DADD231E}"/>
          </ac:spMkLst>
        </pc:spChg>
        <pc:picChg chg="del">
          <ac:chgData name="Anas Wael" userId="789649d1ebddbc0c" providerId="LiveId" clId="{30A0FE22-32DC-47DC-B95B-F524D5A35709}" dt="2026-02-19T20:21:50.421" v="63" actId="478"/>
          <ac:picMkLst>
            <pc:docMk/>
            <pc:sldMk cId="39914174" sldId="261"/>
            <ac:picMk id="5" creationId="{3262D932-207A-12C0-47B9-E1CFFE9077E7}"/>
          </ac:picMkLst>
        </pc:picChg>
      </pc:sldChg>
      <pc:sldChg chg="delSp modSp add mod">
        <pc:chgData name="Anas Wael" userId="789649d1ebddbc0c" providerId="LiveId" clId="{30A0FE22-32DC-47DC-B95B-F524D5A35709}" dt="2026-02-19T20:22:57.472" v="80" actId="14100"/>
        <pc:sldMkLst>
          <pc:docMk/>
          <pc:sldMk cId="2825701649" sldId="262"/>
        </pc:sldMkLst>
        <pc:spChg chg="mod">
          <ac:chgData name="Anas Wael" userId="789649d1ebddbc0c" providerId="LiveId" clId="{30A0FE22-32DC-47DC-B95B-F524D5A35709}" dt="2026-02-19T20:22:57.472" v="80" actId="14100"/>
          <ac:spMkLst>
            <pc:docMk/>
            <pc:sldMk cId="2825701649" sldId="262"/>
            <ac:spMk id="2" creationId="{CE489713-2FC0-164D-152B-44FCB6E28F49}"/>
          </ac:spMkLst>
        </pc:spChg>
        <pc:spChg chg="del">
          <ac:chgData name="Anas Wael" userId="789649d1ebddbc0c" providerId="LiveId" clId="{30A0FE22-32DC-47DC-B95B-F524D5A35709}" dt="2026-02-19T20:22:38.920" v="77" actId="478"/>
          <ac:spMkLst>
            <pc:docMk/>
            <pc:sldMk cId="2825701649" sldId="262"/>
            <ac:spMk id="3" creationId="{CFE33F9E-3F8A-B13E-6BA2-0E62DADD231E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E0C5E198-763C-4A3F-B341-641177DB07D5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E1FD05D4-BB3F-452C-BFEE-9ED261A29C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88638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5E198-763C-4A3F-B341-641177DB07D5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D05D4-BB3F-452C-BFEE-9ED261A29C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089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5E198-763C-4A3F-B341-641177DB07D5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D05D4-BB3F-452C-BFEE-9ED261A29C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11550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5E198-763C-4A3F-B341-641177DB07D5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D05D4-BB3F-452C-BFEE-9ED261A29C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41414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5E198-763C-4A3F-B341-641177DB07D5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D05D4-BB3F-452C-BFEE-9ED261A29C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6824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5E198-763C-4A3F-B341-641177DB07D5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D05D4-BB3F-452C-BFEE-9ED261A29C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51807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5E198-763C-4A3F-B341-641177DB07D5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D05D4-BB3F-452C-BFEE-9ED261A29C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18892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5E198-763C-4A3F-B341-641177DB07D5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D05D4-BB3F-452C-BFEE-9ED261A29C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7993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5E198-763C-4A3F-B341-641177DB07D5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D05D4-BB3F-452C-BFEE-9ED261A29C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52175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5E198-763C-4A3F-B341-641177DB07D5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D05D4-BB3F-452C-BFEE-9ED261A29C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39777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5E198-763C-4A3F-B341-641177DB07D5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D05D4-BB3F-452C-BFEE-9ED261A29C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39979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5E198-763C-4A3F-B341-641177DB07D5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D05D4-BB3F-452C-BFEE-9ED261A29C46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7260143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5E198-763C-4A3F-B341-641177DB07D5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D05D4-BB3F-452C-BFEE-9ED261A29C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63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5E198-763C-4A3F-B341-641177DB07D5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D05D4-BB3F-452C-BFEE-9ED261A29C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17505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5E198-763C-4A3F-B341-641177DB07D5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D05D4-BB3F-452C-BFEE-9ED261A29C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581689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5E198-763C-4A3F-B341-641177DB07D5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D05D4-BB3F-452C-BFEE-9ED261A29C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41942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C5E198-763C-4A3F-B341-641177DB07D5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D05D4-BB3F-452C-BFEE-9ED261A29C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1715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C5E198-763C-4A3F-B341-641177DB07D5}" type="datetimeFigureOut">
              <a:rPr lang="en-US" smtClean="0"/>
              <a:t>2/22/2026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FD05D4-BB3F-452C-BFEE-9ED261A29C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49427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74" r:id="rId1"/>
    <p:sldLayoutId id="2147483875" r:id="rId2"/>
    <p:sldLayoutId id="2147483876" r:id="rId3"/>
    <p:sldLayoutId id="2147483877" r:id="rId4"/>
    <p:sldLayoutId id="2147483878" r:id="rId5"/>
    <p:sldLayoutId id="2147483879" r:id="rId6"/>
    <p:sldLayoutId id="2147483880" r:id="rId7"/>
    <p:sldLayoutId id="2147483881" r:id="rId8"/>
    <p:sldLayoutId id="2147483882" r:id="rId9"/>
    <p:sldLayoutId id="2147483883" r:id="rId10"/>
    <p:sldLayoutId id="2147483884" r:id="rId11"/>
    <p:sldLayoutId id="2147483885" r:id="rId12"/>
    <p:sldLayoutId id="2147483886" r:id="rId13"/>
    <p:sldLayoutId id="2147483887" r:id="rId14"/>
    <p:sldLayoutId id="2147483888" r:id="rId15"/>
    <p:sldLayoutId id="2147483889" r:id="rId16"/>
    <p:sldLayoutId id="2147483890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489713-2FC0-164D-152B-44FCB6E28F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678226"/>
            <a:ext cx="9144000" cy="2387600"/>
          </a:xfrm>
        </p:spPr>
        <p:txBody>
          <a:bodyPr>
            <a:normAutofit/>
          </a:bodyPr>
          <a:lstStyle/>
          <a:p>
            <a:r>
              <a:rPr lang="en-US" sz="3200" dirty="0"/>
              <a:t>{{title}}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0C4B04F-C8A9-0D58-A02E-B1C288B5A3B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{{subtitle}}</a:t>
            </a:r>
          </a:p>
        </p:txBody>
      </p:sp>
    </p:spTree>
    <p:extLst>
      <p:ext uri="{BB962C8B-B14F-4D97-AF65-F5344CB8AC3E}">
        <p14:creationId xmlns:p14="http://schemas.microsoft.com/office/powerpoint/2010/main" val="3722679688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489713-2FC0-164D-152B-44FCB6E28F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63040" y="618309"/>
            <a:ext cx="9144000" cy="731928"/>
          </a:xfrm>
        </p:spPr>
        <p:txBody>
          <a:bodyPr>
            <a:normAutofit/>
          </a:bodyPr>
          <a:lstStyle/>
          <a:p>
            <a:r>
              <a:rPr lang="en-US" sz="4000" dirty="0"/>
              <a:t>{{title}}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0C4B04F-C8A9-0D58-A02E-B1C288B5A3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68732" y="1638255"/>
            <a:ext cx="9144000" cy="4601436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{{content}}</a:t>
            </a:r>
          </a:p>
        </p:txBody>
      </p:sp>
    </p:spTree>
    <p:extLst>
      <p:ext uri="{BB962C8B-B14F-4D97-AF65-F5344CB8AC3E}">
        <p14:creationId xmlns:p14="http://schemas.microsoft.com/office/powerpoint/2010/main" val="2848716119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489713-2FC0-164D-152B-44FCB6E28F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13509"/>
            <a:ext cx="9144000" cy="731928"/>
          </a:xfrm>
        </p:spPr>
        <p:txBody>
          <a:bodyPr>
            <a:normAutofit/>
          </a:bodyPr>
          <a:lstStyle/>
          <a:p>
            <a:r>
              <a:rPr lang="en-US" sz="4000" dirty="0"/>
              <a:t>{{title}}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0C4B04F-C8A9-0D58-A02E-B1C288B5A3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71451" y="1773238"/>
            <a:ext cx="3108960" cy="4601436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{{col1}}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5E52FF99-E637-B531-B067-B8A4B3C40CC8}"/>
              </a:ext>
            </a:extLst>
          </p:cNvPr>
          <p:cNvSpPr txBox="1">
            <a:spLocks/>
          </p:cNvSpPr>
          <p:nvPr/>
        </p:nvSpPr>
        <p:spPr>
          <a:xfrm>
            <a:off x="4924697" y="1773238"/>
            <a:ext cx="3108960" cy="46014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{{COL2}}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CF3B07B1-0736-9682-AF9B-88AFA08295BD}"/>
              </a:ext>
            </a:extLst>
          </p:cNvPr>
          <p:cNvSpPr txBox="1">
            <a:spLocks/>
          </p:cNvSpPr>
          <p:nvPr/>
        </p:nvSpPr>
        <p:spPr>
          <a:xfrm>
            <a:off x="8577944" y="1773238"/>
            <a:ext cx="3108960" cy="46014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{{COL2</a:t>
            </a:r>
            <a:r>
              <a:rPr lang="en-US" dirty="0"/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727158526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489713-2FC0-164D-152B-44FCB6E28F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13509"/>
            <a:ext cx="9144000" cy="731928"/>
          </a:xfrm>
        </p:spPr>
        <p:txBody>
          <a:bodyPr>
            <a:normAutofit/>
          </a:bodyPr>
          <a:lstStyle/>
          <a:p>
            <a:r>
              <a:rPr lang="en-US" sz="4000" dirty="0"/>
              <a:t>{{title}}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0C4B04F-C8A9-0D58-A02E-B1C288B5A3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4400" y="1773238"/>
            <a:ext cx="5364480" cy="4601436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{{content}}</a:t>
            </a:r>
          </a:p>
        </p:txBody>
      </p:sp>
      <p:pic>
        <p:nvPicPr>
          <p:cNvPr id="5" name="DUMMY">
            <a:extLst>
              <a:ext uri="{FF2B5EF4-FFF2-40B4-BE49-F238E27FC236}">
                <a16:creationId xmlns:a16="http://schemas.microsoft.com/office/drawing/2014/main" id="{3262D932-207A-12C0-47B9-E1CFFE9077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86010" y="1888388"/>
            <a:ext cx="5420481" cy="4039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1216605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489713-2FC0-164D-152B-44FCB6E28F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13509"/>
            <a:ext cx="9144000" cy="731928"/>
          </a:xfrm>
        </p:spPr>
        <p:txBody>
          <a:bodyPr>
            <a:normAutofit/>
          </a:bodyPr>
          <a:lstStyle/>
          <a:p>
            <a:r>
              <a:rPr lang="en-US" sz="4000" dirty="0"/>
              <a:t>{{title}}</a:t>
            </a:r>
          </a:p>
        </p:txBody>
      </p:sp>
      <p:pic>
        <p:nvPicPr>
          <p:cNvPr id="5" name="DUMMY">
            <a:extLst>
              <a:ext uri="{FF2B5EF4-FFF2-40B4-BE49-F238E27FC236}">
                <a16:creationId xmlns:a16="http://schemas.microsoft.com/office/drawing/2014/main" id="{3262D932-207A-12C0-47B9-E1CFFE9077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1217828"/>
            <a:ext cx="9144000" cy="5121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5402725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489713-2FC0-164D-152B-44FCB6E28F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647406"/>
            <a:ext cx="9144000" cy="1147558"/>
          </a:xfrm>
        </p:spPr>
        <p:txBody>
          <a:bodyPr>
            <a:noAutofit/>
          </a:bodyPr>
          <a:lstStyle/>
          <a:p>
            <a:r>
              <a:rPr lang="en-US" sz="8000" dirty="0"/>
              <a:t>{{title}}</a:t>
            </a:r>
          </a:p>
        </p:txBody>
      </p:sp>
    </p:spTree>
    <p:extLst>
      <p:ext uri="{BB962C8B-B14F-4D97-AF65-F5344CB8AC3E}">
        <p14:creationId xmlns:p14="http://schemas.microsoft.com/office/powerpoint/2010/main" val="2825701649"/>
      </p:ext>
    </p:extLst>
  </p:cSld>
  <p:clrMapOvr>
    <a:masterClrMapping/>
  </p:clrMapOvr>
  <p:transition spd="slow">
    <p:wipe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Circuit</Template>
  <TotalTime>29</TotalTime>
  <Words>36</Words>
  <Application>Microsoft Office PowerPoint</Application>
  <PresentationFormat>Widescreen</PresentationFormat>
  <Paragraphs>12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Tw Cen MT</vt:lpstr>
      <vt:lpstr>Circuit</vt:lpstr>
      <vt:lpstr>{{title}}</vt:lpstr>
      <vt:lpstr>{{title}}</vt:lpstr>
      <vt:lpstr>{{title}}</vt:lpstr>
      <vt:lpstr>{{title}}</vt:lpstr>
      <vt:lpstr>{{title}}</vt:lpstr>
      <vt:lpstr>{{title}}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{{title}}</dc:title>
  <dc:creator>Anas Wael</dc:creator>
  <cp:lastModifiedBy>Anas Wael</cp:lastModifiedBy>
  <cp:revision>14</cp:revision>
  <dcterms:created xsi:type="dcterms:W3CDTF">2026-02-19T12:54:31Z</dcterms:created>
  <dcterms:modified xsi:type="dcterms:W3CDTF">2026-02-22T16:28:08Z</dcterms:modified>
</cp:coreProperties>
</file>