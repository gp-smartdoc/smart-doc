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8" r:id="rId1"/>
  </p:sldMasterIdLst>
  <p:sldIdLst>
    <p:sldId id="257" r:id="rId2"/>
    <p:sldId id="263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s Wael" userId="789649d1ebddbc0c" providerId="LiveId" clId="{30A0FE22-32DC-47DC-B95B-F524D5A35709}"/>
    <pc:docChg chg="undo redo custSel addSld delSld modSld">
      <pc:chgData name="Anas Wael" userId="789649d1ebddbc0c" providerId="LiveId" clId="{30A0FE22-32DC-47DC-B95B-F524D5A35709}" dt="2026-02-19T21:13:53.436" v="81" actId="47"/>
      <pc:docMkLst>
        <pc:docMk/>
      </pc:docMkLst>
      <pc:sldChg chg="modSp mod">
        <pc:chgData name="Anas Wael" userId="789649d1ebddbc0c" providerId="LiveId" clId="{30A0FE22-32DC-47DC-B95B-F524D5A35709}" dt="2026-02-19T12:59:02.161" v="17" actId="14100"/>
        <pc:sldMkLst>
          <pc:docMk/>
          <pc:sldMk cId="1258801281" sldId="256"/>
        </pc:sldMkLst>
        <pc:spChg chg="mod">
          <ac:chgData name="Anas Wael" userId="789649d1ebddbc0c" providerId="LiveId" clId="{30A0FE22-32DC-47DC-B95B-F524D5A35709}" dt="2026-02-19T12:58:40.834" v="8" actId="1076"/>
          <ac:spMkLst>
            <pc:docMk/>
            <pc:sldMk cId="1258801281" sldId="256"/>
            <ac:spMk id="2" creationId="{CE489713-2FC0-164D-152B-44FCB6E28F49}"/>
          </ac:spMkLst>
        </pc:spChg>
        <pc:spChg chg="mod">
          <ac:chgData name="Anas Wael" userId="789649d1ebddbc0c" providerId="LiveId" clId="{30A0FE22-32DC-47DC-B95B-F524D5A35709}" dt="2026-02-19T12:59:02.161" v="17" actId="14100"/>
          <ac:spMkLst>
            <pc:docMk/>
            <pc:sldMk cId="1258801281" sldId="256"/>
            <ac:spMk id="3" creationId="{C0C4B04F-C8A9-0D58-A02E-B1C288B5A3BE}"/>
          </ac:spMkLst>
        </pc:spChg>
      </pc:sldChg>
      <pc:sldChg chg="add">
        <pc:chgData name="Anas Wael" userId="789649d1ebddbc0c" providerId="LiveId" clId="{30A0FE22-32DC-47DC-B95B-F524D5A35709}" dt="2026-02-19T12:57:55.970" v="0"/>
        <pc:sldMkLst>
          <pc:docMk/>
          <pc:sldMk cId="3722679688" sldId="257"/>
        </pc:sldMkLst>
      </pc:sldChg>
      <pc:sldChg chg="addSp modSp add mod">
        <pc:chgData name="Anas Wael" userId="789649d1ebddbc0c" providerId="LiveId" clId="{30A0FE22-32DC-47DC-B95B-F524D5A35709}" dt="2026-02-19T20:19:14.393" v="42" actId="20577"/>
        <pc:sldMkLst>
          <pc:docMk/>
          <pc:sldMk cId="727158526" sldId="258"/>
        </pc:sldMkLst>
        <pc:spChg chg="mod">
          <ac:chgData name="Anas Wael" userId="789649d1ebddbc0c" providerId="LiveId" clId="{30A0FE22-32DC-47DC-B95B-F524D5A35709}" dt="2026-02-19T20:19:08.371" v="32" actId="20577"/>
          <ac:spMkLst>
            <pc:docMk/>
            <pc:sldMk cId="727158526" sldId="258"/>
            <ac:spMk id="3" creationId="{C0C4B04F-C8A9-0D58-A02E-B1C288B5A3BE}"/>
          </ac:spMkLst>
        </pc:spChg>
        <pc:spChg chg="add mod">
          <ac:chgData name="Anas Wael" userId="789649d1ebddbc0c" providerId="LiveId" clId="{30A0FE22-32DC-47DC-B95B-F524D5A35709}" dt="2026-02-19T20:19:11.586" v="38" actId="20577"/>
          <ac:spMkLst>
            <pc:docMk/>
            <pc:sldMk cId="727158526" sldId="258"/>
            <ac:spMk id="4" creationId="{5E52FF99-E637-B531-B067-B8A4B3C40CC8}"/>
          </ac:spMkLst>
        </pc:spChg>
        <pc:spChg chg="add mod">
          <ac:chgData name="Anas Wael" userId="789649d1ebddbc0c" providerId="LiveId" clId="{30A0FE22-32DC-47DC-B95B-F524D5A35709}" dt="2026-02-19T20:19:14.393" v="42" actId="20577"/>
          <ac:spMkLst>
            <pc:docMk/>
            <pc:sldMk cId="727158526" sldId="258"/>
            <ac:spMk id="5" creationId="{CF3B07B1-0736-9682-AF9B-88AFA08295BD}"/>
          </ac:spMkLst>
        </pc:spChg>
      </pc:sldChg>
      <pc:sldChg chg="addSp modSp add mod">
        <pc:chgData name="Anas Wael" userId="789649d1ebddbc0c" providerId="LiveId" clId="{30A0FE22-32DC-47DC-B95B-F524D5A35709}" dt="2026-02-19T20:20:56.741" v="52" actId="1076"/>
        <pc:sldMkLst>
          <pc:docMk/>
          <pc:sldMk cId="1011216605" sldId="259"/>
        </pc:sldMkLst>
        <pc:spChg chg="mod">
          <ac:chgData name="Anas Wael" userId="789649d1ebddbc0c" providerId="LiveId" clId="{30A0FE22-32DC-47DC-B95B-F524D5A35709}" dt="2026-02-19T20:20:48.978" v="50" actId="1076"/>
          <ac:spMkLst>
            <pc:docMk/>
            <pc:sldMk cId="1011216605" sldId="259"/>
            <ac:spMk id="2" creationId="{CE489713-2FC0-164D-152B-44FCB6E28F49}"/>
          </ac:spMkLst>
        </pc:spChg>
        <pc:spChg chg="mod">
          <ac:chgData name="Anas Wael" userId="789649d1ebddbc0c" providerId="LiveId" clId="{30A0FE22-32DC-47DC-B95B-F524D5A35709}" dt="2026-02-19T20:20:48.978" v="50" actId="1076"/>
          <ac:spMkLst>
            <pc:docMk/>
            <pc:sldMk cId="1011216605" sldId="259"/>
            <ac:spMk id="3" creationId="{C0C4B04F-C8A9-0D58-A02E-B1C288B5A3BE}"/>
          </ac:spMkLst>
        </pc:spChg>
        <pc:picChg chg="add mod">
          <ac:chgData name="Anas Wael" userId="789649d1ebddbc0c" providerId="LiveId" clId="{30A0FE22-32DC-47DC-B95B-F524D5A35709}" dt="2026-02-19T20:20:56.741" v="52" actId="1076"/>
          <ac:picMkLst>
            <pc:docMk/>
            <pc:sldMk cId="1011216605" sldId="259"/>
            <ac:picMk id="5" creationId="{3262D932-207A-12C0-47B9-E1CFFE9077E7}"/>
          </ac:picMkLst>
        </pc:picChg>
      </pc:sldChg>
      <pc:sldChg chg="add del">
        <pc:chgData name="Anas Wael" userId="789649d1ebddbc0c" providerId="LiveId" clId="{30A0FE22-32DC-47DC-B95B-F524D5A35709}" dt="2026-02-19T20:19:21.225" v="44"/>
        <pc:sldMkLst>
          <pc:docMk/>
          <pc:sldMk cId="3818426546" sldId="259"/>
        </pc:sldMkLst>
      </pc:sldChg>
      <pc:sldChg chg="addSp delSp modSp add mod">
        <pc:chgData name="Anas Wael" userId="789649d1ebddbc0c" providerId="LiveId" clId="{30A0FE22-32DC-47DC-B95B-F524D5A35709}" dt="2026-02-19T20:21:38.493" v="61" actId="1076"/>
        <pc:sldMkLst>
          <pc:docMk/>
          <pc:sldMk cId="1005402725" sldId="260"/>
        </pc:sldMkLst>
        <pc:spChg chg="del">
          <ac:chgData name="Anas Wael" userId="789649d1ebddbc0c" providerId="LiveId" clId="{30A0FE22-32DC-47DC-B95B-F524D5A35709}" dt="2026-02-19T20:21:18.193" v="54" actId="478"/>
          <ac:spMkLst>
            <pc:docMk/>
            <pc:sldMk cId="1005402725" sldId="260"/>
            <ac:spMk id="3" creationId="{C0C4B04F-C8A9-0D58-A02E-B1C288B5A3BE}"/>
          </ac:spMkLst>
        </pc:spChg>
        <pc:spChg chg="add del mod">
          <ac:chgData name="Anas Wael" userId="789649d1ebddbc0c" providerId="LiveId" clId="{30A0FE22-32DC-47DC-B95B-F524D5A35709}" dt="2026-02-19T20:21:21.067" v="55" actId="478"/>
          <ac:spMkLst>
            <pc:docMk/>
            <pc:sldMk cId="1005402725" sldId="260"/>
            <ac:spMk id="6" creationId="{8E2C3086-7844-FE11-580F-E47F36AC9EC7}"/>
          </ac:spMkLst>
        </pc:spChg>
        <pc:picChg chg="mod">
          <ac:chgData name="Anas Wael" userId="789649d1ebddbc0c" providerId="LiveId" clId="{30A0FE22-32DC-47DC-B95B-F524D5A35709}" dt="2026-02-19T20:21:38.493" v="61" actId="1076"/>
          <ac:picMkLst>
            <pc:docMk/>
            <pc:sldMk cId="1005402725" sldId="260"/>
            <ac:picMk id="5" creationId="{3262D932-207A-12C0-47B9-E1CFFE9077E7}"/>
          </ac:picMkLst>
        </pc:picChg>
      </pc:sldChg>
      <pc:sldChg chg="addSp delSp modSp add del mod">
        <pc:chgData name="Anas Wael" userId="789649d1ebddbc0c" providerId="LiveId" clId="{30A0FE22-32DC-47DC-B95B-F524D5A35709}" dt="2026-02-19T21:13:53.436" v="81" actId="47"/>
        <pc:sldMkLst>
          <pc:docMk/>
          <pc:sldMk cId="39914174" sldId="261"/>
        </pc:sldMkLst>
        <pc:spChg chg="add mod">
          <ac:chgData name="Anas Wael" userId="789649d1ebddbc0c" providerId="LiveId" clId="{30A0FE22-32DC-47DC-B95B-F524D5A35709}" dt="2026-02-19T20:22:13.919" v="75" actId="20577"/>
          <ac:spMkLst>
            <pc:docMk/>
            <pc:sldMk cId="39914174" sldId="261"/>
            <ac:spMk id="3" creationId="{CFE33F9E-3F8A-B13E-6BA2-0E62DADD231E}"/>
          </ac:spMkLst>
        </pc:spChg>
        <pc:picChg chg="del">
          <ac:chgData name="Anas Wael" userId="789649d1ebddbc0c" providerId="LiveId" clId="{30A0FE22-32DC-47DC-B95B-F524D5A35709}" dt="2026-02-19T20:21:50.421" v="63" actId="478"/>
          <ac:picMkLst>
            <pc:docMk/>
            <pc:sldMk cId="39914174" sldId="261"/>
            <ac:picMk id="5" creationId="{3262D932-207A-12C0-47B9-E1CFFE9077E7}"/>
          </ac:picMkLst>
        </pc:picChg>
      </pc:sldChg>
      <pc:sldChg chg="delSp modSp add mod">
        <pc:chgData name="Anas Wael" userId="789649d1ebddbc0c" providerId="LiveId" clId="{30A0FE22-32DC-47DC-B95B-F524D5A35709}" dt="2026-02-19T20:22:57.472" v="80" actId="14100"/>
        <pc:sldMkLst>
          <pc:docMk/>
          <pc:sldMk cId="2825701649" sldId="262"/>
        </pc:sldMkLst>
        <pc:spChg chg="mod">
          <ac:chgData name="Anas Wael" userId="789649d1ebddbc0c" providerId="LiveId" clId="{30A0FE22-32DC-47DC-B95B-F524D5A35709}" dt="2026-02-19T20:22:57.472" v="80" actId="14100"/>
          <ac:spMkLst>
            <pc:docMk/>
            <pc:sldMk cId="2825701649" sldId="262"/>
            <ac:spMk id="2" creationId="{CE489713-2FC0-164D-152B-44FCB6E28F49}"/>
          </ac:spMkLst>
        </pc:spChg>
        <pc:spChg chg="del">
          <ac:chgData name="Anas Wael" userId="789649d1ebddbc0c" providerId="LiveId" clId="{30A0FE22-32DC-47DC-B95B-F524D5A35709}" dt="2026-02-19T20:22:38.920" v="77" actId="478"/>
          <ac:spMkLst>
            <pc:docMk/>
            <pc:sldMk cId="2825701649" sldId="262"/>
            <ac:spMk id="3" creationId="{CFE33F9E-3F8A-B13E-6BA2-0E62DADD231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0C5E198-763C-4A3F-B341-641177DB07D5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1FD05D4-BB3F-452C-BFEE-9ED261A29C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822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5E198-763C-4A3F-B341-641177DB07D5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05D4-BB3F-452C-BFEE-9ED261A29C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873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5E198-763C-4A3F-B341-641177DB07D5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05D4-BB3F-452C-BFEE-9ED261A29C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131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5E198-763C-4A3F-B341-641177DB07D5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05D4-BB3F-452C-BFEE-9ED261A29C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025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5E198-763C-4A3F-B341-641177DB07D5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05D4-BB3F-452C-BFEE-9ED261A29C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64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5E198-763C-4A3F-B341-641177DB07D5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05D4-BB3F-452C-BFEE-9ED261A29C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062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5E198-763C-4A3F-B341-641177DB07D5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05D4-BB3F-452C-BFEE-9ED261A29C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348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5E198-763C-4A3F-B341-641177DB07D5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05D4-BB3F-452C-BFEE-9ED261A29C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275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5E198-763C-4A3F-B341-641177DB07D5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05D4-BB3F-452C-BFEE-9ED261A29C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270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5E198-763C-4A3F-B341-641177DB07D5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05D4-BB3F-452C-BFEE-9ED261A29C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941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5E198-763C-4A3F-B341-641177DB07D5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05D4-BB3F-452C-BFEE-9ED261A29C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940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5E198-763C-4A3F-B341-641177DB07D5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05D4-BB3F-452C-BFEE-9ED261A29C4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9186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5E198-763C-4A3F-B341-641177DB07D5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05D4-BB3F-452C-BFEE-9ED261A29C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8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5E198-763C-4A3F-B341-641177DB07D5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05D4-BB3F-452C-BFEE-9ED261A29C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1923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5E198-763C-4A3F-B341-641177DB07D5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05D4-BB3F-452C-BFEE-9ED261A29C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13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5E198-763C-4A3F-B341-641177DB07D5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05D4-BB3F-452C-BFEE-9ED261A29C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2263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5E198-763C-4A3F-B341-641177DB07D5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05D4-BB3F-452C-BFEE-9ED261A29C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59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5E198-763C-4A3F-B341-641177DB07D5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D05D4-BB3F-452C-BFEE-9ED261A29C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6841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  <p:sldLayoutId id="2147483920" r:id="rId12"/>
    <p:sldLayoutId id="2147483921" r:id="rId13"/>
    <p:sldLayoutId id="2147483922" r:id="rId14"/>
    <p:sldLayoutId id="2147483923" r:id="rId15"/>
    <p:sldLayoutId id="2147483924" r:id="rId16"/>
    <p:sldLayoutId id="214748392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89713-2FC0-164D-152B-44FCB6E28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78226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/>
              <a:t>{{title}}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4B04F-C8A9-0D58-A02E-B1C288B5A3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{{subtitle}}</a:t>
            </a:r>
          </a:p>
        </p:txBody>
      </p:sp>
    </p:spTree>
    <p:extLst>
      <p:ext uri="{BB962C8B-B14F-4D97-AF65-F5344CB8AC3E}">
        <p14:creationId xmlns:p14="http://schemas.microsoft.com/office/powerpoint/2010/main" val="372267968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89713-2FC0-164D-152B-44FCB6E28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5657" y="792480"/>
            <a:ext cx="10546080" cy="853439"/>
          </a:xfrm>
        </p:spPr>
        <p:txBody>
          <a:bodyPr>
            <a:normAutofit/>
          </a:bodyPr>
          <a:lstStyle/>
          <a:p>
            <a:r>
              <a:rPr lang="en-US" sz="5400" dirty="0"/>
              <a:t>{{title}}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4B04F-C8A9-0D58-A02E-B1C288B5A3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0389" y="1995307"/>
            <a:ext cx="7950925" cy="4601436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chemeClr val="tx1"/>
                </a:solidFill>
              </a:rPr>
              <a:t>{{content}}</a:t>
            </a:r>
          </a:p>
        </p:txBody>
      </p:sp>
    </p:spTree>
    <p:extLst>
      <p:ext uri="{BB962C8B-B14F-4D97-AF65-F5344CB8AC3E}">
        <p14:creationId xmlns:p14="http://schemas.microsoft.com/office/powerpoint/2010/main" val="28487161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5E52FF99-E637-B531-B067-B8A4B3C40CC8}"/>
              </a:ext>
            </a:extLst>
          </p:cNvPr>
          <p:cNvSpPr txBox="1">
            <a:spLocks/>
          </p:cNvSpPr>
          <p:nvPr/>
        </p:nvSpPr>
        <p:spPr>
          <a:xfrm>
            <a:off x="4924697" y="1916930"/>
            <a:ext cx="3108960" cy="4601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{{COL2}}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F3B07B1-0736-9682-AF9B-88AFA08295BD}"/>
              </a:ext>
            </a:extLst>
          </p:cNvPr>
          <p:cNvSpPr txBox="1">
            <a:spLocks/>
          </p:cNvSpPr>
          <p:nvPr/>
        </p:nvSpPr>
        <p:spPr>
          <a:xfrm>
            <a:off x="8577944" y="1916930"/>
            <a:ext cx="3108960" cy="4601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{{COL3}}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DFE0EF0-55CC-CB9A-07B9-D0765C4A9D18}"/>
              </a:ext>
            </a:extLst>
          </p:cNvPr>
          <p:cNvSpPr txBox="1">
            <a:spLocks/>
          </p:cNvSpPr>
          <p:nvPr/>
        </p:nvSpPr>
        <p:spPr>
          <a:xfrm>
            <a:off x="1271450" y="1916930"/>
            <a:ext cx="3108960" cy="4601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{{COL1}}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885149D-D39C-7AFD-2D7A-D50D21C114D1}"/>
              </a:ext>
            </a:extLst>
          </p:cNvPr>
          <p:cNvSpPr txBox="1">
            <a:spLocks/>
          </p:cNvSpPr>
          <p:nvPr/>
        </p:nvSpPr>
        <p:spPr>
          <a:xfrm>
            <a:off x="1175657" y="792480"/>
            <a:ext cx="10546080" cy="8534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/>
              <a:t>{{title}}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72715852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0C4B04F-C8A9-0D58-A02E-B1C288B5A3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9566" y="1888388"/>
            <a:ext cx="5364480" cy="4601436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chemeClr val="tx1"/>
                </a:solidFill>
              </a:rPr>
              <a:t>{{content}}</a:t>
            </a:r>
          </a:p>
        </p:txBody>
      </p:sp>
      <p:pic>
        <p:nvPicPr>
          <p:cNvPr id="5" name="DUMMY">
            <a:extLst>
              <a:ext uri="{FF2B5EF4-FFF2-40B4-BE49-F238E27FC236}">
                <a16:creationId xmlns:a16="http://schemas.microsoft.com/office/drawing/2014/main" id="{3262D932-207A-12C0-47B9-E1CFFE9077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010" y="1888388"/>
            <a:ext cx="5420481" cy="403916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ACE2B90-F092-3AA8-4A2A-3D13F6A1A1D0}"/>
              </a:ext>
            </a:extLst>
          </p:cNvPr>
          <p:cNvSpPr txBox="1">
            <a:spLocks/>
          </p:cNvSpPr>
          <p:nvPr/>
        </p:nvSpPr>
        <p:spPr>
          <a:xfrm>
            <a:off x="1175657" y="792480"/>
            <a:ext cx="10546080" cy="8534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/>
              <a:t>{{title}}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0112166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DUMMY">
            <a:extLst>
              <a:ext uri="{FF2B5EF4-FFF2-40B4-BE49-F238E27FC236}">
                <a16:creationId xmlns:a16="http://schemas.microsoft.com/office/drawing/2014/main" id="{3262D932-207A-12C0-47B9-E1CFFE9077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743" y="1889760"/>
            <a:ext cx="8506513" cy="476443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D156AD6-A4E7-AEB1-51A6-1ED774C31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5657" y="792480"/>
            <a:ext cx="10546080" cy="853439"/>
          </a:xfrm>
        </p:spPr>
        <p:txBody>
          <a:bodyPr>
            <a:normAutofit/>
          </a:bodyPr>
          <a:lstStyle/>
          <a:p>
            <a:r>
              <a:rPr lang="en-US" sz="5400" dirty="0"/>
              <a:t>{{title}}</a:t>
            </a:r>
          </a:p>
        </p:txBody>
      </p:sp>
    </p:spTree>
    <p:extLst>
      <p:ext uri="{BB962C8B-B14F-4D97-AF65-F5344CB8AC3E}">
        <p14:creationId xmlns:p14="http://schemas.microsoft.com/office/powerpoint/2010/main" val="100540272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89713-2FC0-164D-152B-44FCB6E28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7406"/>
            <a:ext cx="9144000" cy="1147558"/>
          </a:xfrm>
        </p:spPr>
        <p:txBody>
          <a:bodyPr>
            <a:noAutofit/>
          </a:bodyPr>
          <a:lstStyle/>
          <a:p>
            <a:r>
              <a:rPr lang="en-US" sz="8000" dirty="0"/>
              <a:t>{{title}}</a:t>
            </a:r>
          </a:p>
        </p:txBody>
      </p:sp>
    </p:spTree>
    <p:extLst>
      <p:ext uri="{BB962C8B-B14F-4D97-AF65-F5344CB8AC3E}">
        <p14:creationId xmlns:p14="http://schemas.microsoft.com/office/powerpoint/2010/main" val="2825701649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32</TotalTime>
  <Words>36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Tw Cen MT</vt:lpstr>
      <vt:lpstr>Circuit</vt:lpstr>
      <vt:lpstr>{{title}}</vt:lpstr>
      <vt:lpstr>{{title}}</vt:lpstr>
      <vt:lpstr>PowerPoint Presentation</vt:lpstr>
      <vt:lpstr>PowerPoint Presentation</vt:lpstr>
      <vt:lpstr>{{title}}</vt:lpstr>
      <vt:lpstr>{{title}}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{{title}}</dc:title>
  <dc:creator>Anas Wael</dc:creator>
  <cp:lastModifiedBy>Anas Wael</cp:lastModifiedBy>
  <cp:revision>35</cp:revision>
  <dcterms:created xsi:type="dcterms:W3CDTF">2026-02-19T12:54:31Z</dcterms:created>
  <dcterms:modified xsi:type="dcterms:W3CDTF">2026-02-24T01:15:49Z</dcterms:modified>
</cp:coreProperties>
</file>