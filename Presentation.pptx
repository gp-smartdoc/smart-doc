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2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Question Answering (DocQA)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 novel multi-agent framework for Document Question Answering (DocQA) that effectively integrates specialized agents.</a:t>
            </a:r>
          </a:p>
          <a:p>
            <a:r>
              <a:t>The framework consists of several stages: Multi-Modal Integration, Specialized Agent Processing, and Answer Synthesis.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Multi-Modal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 general agent AG receives both textual context Tq and visual context Iq and generates a preliminary answer aG.</a:t>
            </a:r>
          </a:p>
          <a:p>
            <a:r>
              <a:t>A critical agent AC refines the retrieved information by analyzing the question q, retrieved contexts Tq and Iq, and the preliminary answer 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Specialized Agent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The critical agent AC extracts critical textual information Tc and visual information Ic.</a:t>
            </a:r>
          </a:p>
          <a:p>
            <a:r>
              <a:t>Specialized agents (text and image agents) analyze the retrieved context within their respective modalities, guided by the critical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 summarizing agent integrates all agent responses to produce the final answer.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Analyses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 fine-grained performance analysis to pinpoint the source of improvements.</a:t>
            </a:r>
          </a:p>
          <a:p>
            <a:r>
              <a:t>A compatibility analysis to demonstrate robustness and generalizability with different image-based RAG backbones.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Framework for Predicted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The image shows a screenshot of an evaluation framework used to assess the correctness of predicted answers.</a:t>
            </a:r>
          </a:p>
          <a:p>
            <a:r>
              <a:t>The framework is presented in a structured format with a purple header titled 'Evaluation' and a white body containing the evaluation criteria.</a:t>
            </a:r>
          </a:p>
        </p:txBody>
      </p:sp>
      <p:pic>
        <p:nvPicPr>
          <p:cNvPr id="4" name="Picture 3" descr="test1.pdf_diagram_1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2743200" cy="17920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 multi-agent framework for </a:t>
            </a:r>
            <a:r>
              <a:rPr dirty="0" err="1"/>
              <a:t>DocQA</a:t>
            </a:r>
            <a:r>
              <a:rPr dirty="0"/>
              <a:t> that integrates specialized agents for text and image modalities.</a:t>
            </a:r>
          </a:p>
          <a:p>
            <a:r>
              <a:rPr dirty="0"/>
              <a:t>A general agent generates a preliminary answer, which is refined by a critical agent.</a:t>
            </a:r>
          </a:p>
          <a:p>
            <a:r>
              <a:rPr dirty="0"/>
              <a:t>Specialized agents analyze the retrieved context within their respective modalities.</a:t>
            </a:r>
          </a:p>
          <a:p>
            <a:r>
              <a:rPr dirty="0"/>
              <a:t>The framework's performance is evaluated through various analyses.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272</Words>
  <Application>Microsoft Office PowerPoint</Application>
  <PresentationFormat>On-screen Show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Document Question Answering (DocQA) Framework</vt:lpstr>
      <vt:lpstr>Multi-Modal Integration</vt:lpstr>
      <vt:lpstr>Specialized Agent Processing</vt:lpstr>
      <vt:lpstr>Answer Synthesis</vt:lpstr>
      <vt:lpstr>Evaluation Analyses</vt:lpstr>
      <vt:lpstr>Evaluation Framework for Predicted Answers</vt:lpstr>
      <vt:lpstr>Key Points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Question Answering (DocQA) Framework</dc:title>
  <dc:subject/>
  <dc:creator/>
  <cp:keywords/>
  <dc:description>generated using python-pptx</dc:description>
  <cp:lastModifiedBy>Anas Wael</cp:lastModifiedBy>
  <cp:revision>2</cp:revision>
  <dcterms:created xsi:type="dcterms:W3CDTF">2013-01-27T09:14:16Z</dcterms:created>
  <dcterms:modified xsi:type="dcterms:W3CDTF">2026-02-08T16:45:16Z</dcterms:modified>
  <cp:category/>
</cp:coreProperties>
</file>