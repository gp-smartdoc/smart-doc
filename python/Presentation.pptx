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MDocA-gent: A Multi-Agent Framework for Document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Introduces MDocA-gent, a multi-agent framework</a:t>
            </a:r>
          </a:p>
          <a:p>
            <a:r>
              <a:t>Designed to enhance document understanding</a:t>
            </a:r>
          </a:p>
          <a:p>
            <a:r>
              <a:t>Combines textual and visual information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Dual Representation: Textual and visual representations</a:t>
            </a:r>
          </a:p>
          <a:p>
            <a:r>
              <a:t>Cross-Modal Understanding: Combines textual and visual cues</a:t>
            </a:r>
          </a:p>
          <a:p>
            <a:r>
              <a:t>Agent Collaboration: Agents work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Uses Llama-3.1-8B-Instruct for text agent</a:t>
            </a:r>
          </a:p>
          <a:p>
            <a:r>
              <a:t>Uses Qwen2 for image agent</a:t>
            </a:r>
          </a:p>
          <a:p>
            <a:r>
              <a:t>Five agents: General, Critical, Text, Image, Summarizing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Extracts text from textual and visual sources</a:t>
            </a:r>
          </a:p>
          <a:p>
            <a:r>
              <a:t>Analyzes visual and textual information</a:t>
            </a:r>
          </a:p>
          <a:p>
            <a:r>
              <a:t>Synthesizes final answers through agent collaboration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MDocA-gent effectively tackles document understanding tasks</a:t>
            </a:r>
          </a:p>
          <a:p>
            <a:r>
              <a:t>Leverages both textual and visual information</a:t>
            </a:r>
          </a:p>
          <a:p>
            <a:r>
              <a:t>Enhances model's understanding of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Commanding Officer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image shows information about a commanding officer.</a:t>
            </a:r>
          </a:p>
          <a:p>
            <a:r>
              <a:t>It likely contains a visual representation or a photograph that includes details about a commanding officer.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